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75" d="100"/>
          <a:sy n="75" d="100"/>
        </p:scale>
        <p:origin x="85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362A8-204B-BF0B-AF0D-97EA370C4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50E20C-37B2-2D5B-4473-494C11C72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49ACC-7023-679F-6639-E8744A7E6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06960-33B4-429B-9D03-37C7A4259298}" type="datetimeFigureOut">
              <a:rPr lang="LID4096" smtClean="0"/>
              <a:t>09/12/2024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7D328-2A56-A50A-4D20-3D5E426C9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D4ADB-E6AC-7BAC-E9CB-90FE24D7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EB871-026C-457F-800C-13C520D274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95689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1D348-87C7-D722-76A3-48DC334B7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72CC8-3361-A7DE-74F7-D96BC2EFD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D91DB-7488-B218-CFAF-5CF6A9CF9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06960-33B4-429B-9D03-37C7A4259298}" type="datetimeFigureOut">
              <a:rPr lang="LID4096" smtClean="0"/>
              <a:t>09/12/2024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166FA-3266-989A-A218-91D99212A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5636C-F71F-8A28-9DCA-FF8AB7A43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EB871-026C-457F-800C-13C520D274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54954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22072-37B9-B751-4EC5-118F50A89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A25E0-A392-183B-F46C-B30BF64DE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1A8D-E4B3-D56B-C2C3-4787D5E3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06960-33B4-429B-9D03-37C7A4259298}" type="datetimeFigureOut">
              <a:rPr lang="LID4096" smtClean="0"/>
              <a:t>09/12/2024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9D820-EB5F-8C29-94EB-651EF809D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FF655-BFFD-499E-E1E4-960153125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EB871-026C-457F-800C-13C520D274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24619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69AF3-210F-A630-A150-FD007B355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2F834-E55E-90CA-DF07-478B310C4F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F295B3-708D-CB06-A9DF-E6EF819358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50388-AD4D-2E31-BDC0-0A262E1A8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06960-33B4-429B-9D03-37C7A4259298}" type="datetimeFigureOut">
              <a:rPr lang="LID4096" smtClean="0"/>
              <a:t>09/12/2024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B9F4B-EA44-4960-6763-FF5977B79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A0A2F-925C-C228-B497-6575C0E0D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EB871-026C-457F-800C-13C520D274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6986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F3B6-7AE0-4DE5-95B2-692E773B4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3B300-0F6C-E9B4-C23E-0E3EF1870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FA7F3-8EF1-A057-37FC-81676AF83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26A55-1AA5-D431-D416-6C0E866A66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C6C24E-047D-2DA0-D782-68AF48A5B4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4753B2-7E84-0B28-FF5E-CA9B2DF92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06960-33B4-429B-9D03-37C7A4259298}" type="datetimeFigureOut">
              <a:rPr lang="LID4096" smtClean="0"/>
              <a:t>09/12/2024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3148C6-878A-DEFF-5852-65883A71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6EC32A-181A-0A81-815B-F51DE5DD7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EB871-026C-457F-800C-13C520D274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3717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18C17-3108-6F39-474A-D689F7179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6F4F53-4A7A-D7DB-DF25-E81EC783D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06960-33B4-429B-9D03-37C7A4259298}" type="datetimeFigureOut">
              <a:rPr lang="LID4096" smtClean="0"/>
              <a:t>09/12/2024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71364A-F244-E110-4A00-DDE1FF6B2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6DA2A9-3C88-B40D-B0FC-D515B973A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EB871-026C-457F-800C-13C520D274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72196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8543A4-22DB-2CD2-F392-5D557ADD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06960-33B4-429B-9D03-37C7A4259298}" type="datetimeFigureOut">
              <a:rPr lang="LID4096" smtClean="0"/>
              <a:t>09/12/2024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A7B014-E65D-B9EB-3F4B-FF44B3516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54A30-90A0-DF17-B096-483CA27FF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EB871-026C-457F-800C-13C520D274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89314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05BC0-717F-0F24-91CF-5555348B9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EA12A-C414-1E55-DC1C-17232C085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974C1-C29E-C400-AF20-320D34574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4BB585-45B2-9030-7FD7-59F73FF6B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06960-33B4-429B-9D03-37C7A4259298}" type="datetimeFigureOut">
              <a:rPr lang="LID4096" smtClean="0"/>
              <a:t>09/12/2024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9059D-EA5B-2FE0-A8A7-1AA02CC2B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99797-856A-F95C-B211-D10B6825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EB871-026C-457F-800C-13C520D274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21739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2AFD5-57EC-FD58-5222-84A19632D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DD85CF-66F0-6FC4-38D7-06E45D889F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69A79-EDB5-0794-908E-691E1A59C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29BCE-B2AF-28BC-7AA0-B0C8EDC8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06960-33B4-429B-9D03-37C7A4259298}" type="datetimeFigureOut">
              <a:rPr lang="LID4096" smtClean="0"/>
              <a:t>09/12/2024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8B9DE-D2AF-DE39-7C4F-6931B95EC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05B51-3C6C-0E05-5633-B906052C8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EB871-026C-457F-800C-13C520D274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26947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0DCA6-E731-1F92-93F3-D4E81D9FC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DE1057-F8E8-5691-3445-EDD47BE62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69B93-D890-EAF0-897E-712CC4662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06960-33B4-429B-9D03-37C7A4259298}" type="datetimeFigureOut">
              <a:rPr lang="LID4096" smtClean="0"/>
              <a:t>09/12/2024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EA87-CBD8-0E84-D7EE-67A18F451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B645D-D482-6ACF-6C10-02C4E2FD1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EB871-026C-457F-800C-13C520D274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36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A920A-FED7-D748-EAF9-0DD0F91C58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340E1-957A-E03D-22DE-5DB069511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91C20-F721-0313-5674-7BA2D45CF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06960-33B4-429B-9D03-37C7A4259298}" type="datetimeFigureOut">
              <a:rPr lang="LID4096" smtClean="0"/>
              <a:t>09/12/2024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3A55E-E2F6-0DD8-DE8A-D6B91F85A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5F035-6DEF-69B5-3CFB-B522191FA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EB871-026C-457F-800C-13C520D274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71354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B2ADA5-632B-D066-BED3-E3DF7921D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C7DD0-16D8-0CE6-AD5E-7E707AE89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BA43A-20B4-62EA-19AB-A90FA2F628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706960-33B4-429B-9D03-37C7A4259298}" type="datetimeFigureOut">
              <a:rPr lang="LID4096" smtClean="0"/>
              <a:t>09/12/2024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90A3A-DDDF-E7F8-0538-2BBF9D3FC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617D8-4344-BA9A-20A3-61EA7F5E26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BEB871-026C-457F-800C-13C520D274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91693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7652F0-1F9B-9991-D8F8-CF090F20BFFE}"/>
              </a:ext>
            </a:extLst>
          </p:cNvPr>
          <p:cNvSpPr txBox="1"/>
          <p:nvPr/>
        </p:nvSpPr>
        <p:spPr>
          <a:xfrm>
            <a:off x="756205" y="2783771"/>
            <a:ext cx="2155605" cy="5770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dirty="0"/>
              <a:t>How interested are you in learning about AI development and its application in your current role?</a:t>
            </a:r>
            <a:endParaRPr lang="LID4096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D0BD8F-CBF1-55A5-9DD2-57648964BECB}"/>
              </a:ext>
            </a:extLst>
          </p:cNvPr>
          <p:cNvSpPr txBox="1"/>
          <p:nvPr/>
        </p:nvSpPr>
        <p:spPr>
          <a:xfrm>
            <a:off x="756205" y="5189297"/>
            <a:ext cx="2155605" cy="5770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dirty="0"/>
              <a:t>How much time would you be willing to dedicate to learning about AI development per week?</a:t>
            </a:r>
            <a:endParaRPr lang="LID4096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C4E085-B5FE-1EDB-2768-83076375050D}"/>
              </a:ext>
            </a:extLst>
          </p:cNvPr>
          <p:cNvSpPr txBox="1"/>
          <p:nvPr/>
        </p:nvSpPr>
        <p:spPr>
          <a:xfrm>
            <a:off x="756205" y="4420815"/>
            <a:ext cx="2155605" cy="5770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dirty="0"/>
              <a:t>What is your preferred way of learning new information (e.g., AI development)?</a:t>
            </a:r>
            <a:endParaRPr lang="LID4096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741F8D-E0BE-1818-ABDB-3FD8FE26BC33}"/>
              </a:ext>
            </a:extLst>
          </p:cNvPr>
          <p:cNvSpPr txBox="1"/>
          <p:nvPr/>
        </p:nvSpPr>
        <p:spPr>
          <a:xfrm>
            <a:off x="756205" y="3609047"/>
            <a:ext cx="2155605" cy="5770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dirty="0"/>
              <a:t>What aspects of AI development would you be most interested in learning about?</a:t>
            </a:r>
            <a:endParaRPr lang="LID4096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CAB187-6FAD-C963-DD4F-FBCA08F2623D}"/>
              </a:ext>
            </a:extLst>
          </p:cNvPr>
          <p:cNvSpPr txBox="1"/>
          <p:nvPr/>
        </p:nvSpPr>
        <p:spPr>
          <a:xfrm>
            <a:off x="756208" y="1065951"/>
            <a:ext cx="2155605" cy="5770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dirty="0"/>
              <a:t>How comfortable are you with the idea of integrating AI tools into your daily work tasks? </a:t>
            </a:r>
            <a:endParaRPr lang="LID4096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3A45F5-DE77-B09F-34CB-79144E961F97}"/>
              </a:ext>
            </a:extLst>
          </p:cNvPr>
          <p:cNvSpPr txBox="1"/>
          <p:nvPr/>
        </p:nvSpPr>
        <p:spPr>
          <a:xfrm>
            <a:off x="3275669" y="484545"/>
            <a:ext cx="2500626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dirty="0"/>
              <a:t>Are you familiar with…</a:t>
            </a:r>
            <a:endParaRPr lang="LID4096" sz="10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63DAF1-780C-DACF-7BAB-BDF75DDD3DAF}"/>
              </a:ext>
            </a:extLst>
          </p:cNvPr>
          <p:cNvSpPr txBox="1"/>
          <p:nvPr/>
        </p:nvSpPr>
        <p:spPr>
          <a:xfrm>
            <a:off x="756203" y="415766"/>
            <a:ext cx="2155607" cy="4154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dirty="0"/>
              <a:t>How often do you use AI tools or technologies in your work?</a:t>
            </a:r>
            <a:endParaRPr lang="LID4096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6C27BD-6EB2-5E1E-A81B-F0BE6496AB01}"/>
              </a:ext>
            </a:extLst>
          </p:cNvPr>
          <p:cNvSpPr txBox="1"/>
          <p:nvPr/>
        </p:nvSpPr>
        <p:spPr>
          <a:xfrm>
            <a:off x="756205" y="5957779"/>
            <a:ext cx="2155605" cy="5770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dirty="0"/>
              <a:t>What barriers, if any, do you perceive in learning AI development for your role?</a:t>
            </a:r>
            <a:endParaRPr lang="LID4096" sz="10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0AFF3B-958D-3991-3510-2E279871491A}"/>
              </a:ext>
            </a:extLst>
          </p:cNvPr>
          <p:cNvSpPr txBox="1"/>
          <p:nvPr/>
        </p:nvSpPr>
        <p:spPr>
          <a:xfrm>
            <a:off x="3273734" y="1065951"/>
            <a:ext cx="2502561" cy="5770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dirty="0"/>
              <a:t>How confident are you in your ability to apply AI concepts to your current job responsibilities?</a:t>
            </a:r>
            <a:endParaRPr lang="LID4096" sz="10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036760-E78E-2BB8-DF90-E9B016B603DF}"/>
              </a:ext>
            </a:extLst>
          </p:cNvPr>
          <p:cNvSpPr txBox="1"/>
          <p:nvPr/>
        </p:nvSpPr>
        <p:spPr>
          <a:xfrm>
            <a:off x="756205" y="1855213"/>
            <a:ext cx="2155605" cy="738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dirty="0"/>
              <a:t>In your opinion, how important is it for employees in your company to receive formal training in DS &amp; AI?</a:t>
            </a:r>
            <a:endParaRPr lang="LID4096" sz="105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5725D44-5FEB-52A5-467A-C4D162CAE333}"/>
              </a:ext>
            </a:extLst>
          </p:cNvPr>
          <p:cNvCxnSpPr>
            <a:cxnSpLocks/>
            <a:stCxn id="13" idx="2"/>
            <a:endCxn id="8" idx="0"/>
          </p:cNvCxnSpPr>
          <p:nvPr/>
        </p:nvCxnSpPr>
        <p:spPr>
          <a:xfrm>
            <a:off x="1834007" y="831264"/>
            <a:ext cx="4" cy="23468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2B90858-C3C3-8C8F-14FB-C42587D1E467}"/>
              </a:ext>
            </a:extLst>
          </p:cNvPr>
          <p:cNvCxnSpPr>
            <a:cxnSpLocks/>
            <a:stCxn id="13" idx="3"/>
            <a:endCxn id="12" idx="1"/>
          </p:cNvCxnSpPr>
          <p:nvPr/>
        </p:nvCxnSpPr>
        <p:spPr>
          <a:xfrm flipV="1">
            <a:off x="2911810" y="615350"/>
            <a:ext cx="363859" cy="816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4369880-6A3C-954C-5FE8-F4FB51B94D8F}"/>
              </a:ext>
            </a:extLst>
          </p:cNvPr>
          <p:cNvCxnSpPr>
            <a:cxnSpLocks/>
            <a:stCxn id="8" idx="2"/>
            <a:endCxn id="16" idx="0"/>
          </p:cNvCxnSpPr>
          <p:nvPr/>
        </p:nvCxnSpPr>
        <p:spPr>
          <a:xfrm flipH="1">
            <a:off x="1834008" y="1643032"/>
            <a:ext cx="3" cy="21218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CB3B3E3-A783-8A0A-A310-5B9E3DB70066}"/>
              </a:ext>
            </a:extLst>
          </p:cNvPr>
          <p:cNvCxnSpPr>
            <a:cxnSpLocks/>
            <a:stCxn id="8" idx="3"/>
            <a:endCxn id="15" idx="1"/>
          </p:cNvCxnSpPr>
          <p:nvPr/>
        </p:nvCxnSpPr>
        <p:spPr>
          <a:xfrm>
            <a:off x="2911813" y="1354492"/>
            <a:ext cx="36192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C50F03E-349B-3617-994B-FBAE8EF96DB9}"/>
              </a:ext>
            </a:extLst>
          </p:cNvPr>
          <p:cNvCxnSpPr>
            <a:cxnSpLocks/>
            <a:stCxn id="16" idx="2"/>
            <a:endCxn id="4" idx="0"/>
          </p:cNvCxnSpPr>
          <p:nvPr/>
        </p:nvCxnSpPr>
        <p:spPr>
          <a:xfrm>
            <a:off x="1834008" y="2593877"/>
            <a:ext cx="0" cy="18989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B7C01C8-8B8F-5857-6862-868B1917D53D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1834008" y="3360852"/>
            <a:ext cx="0" cy="24819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976CB9D-8AC1-3C24-F907-76D40D14F6D0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>
            <a:off x="1834008" y="4186128"/>
            <a:ext cx="0" cy="23468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580FEFC-1CC6-4C3A-1EA9-1808BDB74C00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>
            <a:off x="1834008" y="4997896"/>
            <a:ext cx="0" cy="19140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6D312C5-2A05-4A82-B7CA-3A2804D7E8E0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>
            <a:off x="1834008" y="5766378"/>
            <a:ext cx="0" cy="19140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BEB33400-5A21-8E37-DA03-915873E6D99C}"/>
              </a:ext>
            </a:extLst>
          </p:cNvPr>
          <p:cNvSpPr/>
          <p:nvPr/>
        </p:nvSpPr>
        <p:spPr>
          <a:xfrm>
            <a:off x="3381982" y="5206406"/>
            <a:ext cx="2386519" cy="2601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CURRENT LEVEL</a:t>
            </a:r>
            <a:endParaRPr lang="LID4096" dirty="0">
              <a:solidFill>
                <a:sysClr val="windowText" lastClr="000000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DE2129C-AD63-7BAC-BF20-C09057F7DD65}"/>
              </a:ext>
            </a:extLst>
          </p:cNvPr>
          <p:cNvSpPr/>
          <p:nvPr/>
        </p:nvSpPr>
        <p:spPr>
          <a:xfrm>
            <a:off x="3389776" y="5912328"/>
            <a:ext cx="2386519" cy="26019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WHAT TO LEARN</a:t>
            </a:r>
            <a:endParaRPr lang="LID4096" dirty="0">
              <a:solidFill>
                <a:sysClr val="windowText" lastClr="000000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638E943-1ABA-647F-33E7-3A1FF523C983}"/>
              </a:ext>
            </a:extLst>
          </p:cNvPr>
          <p:cNvSpPr/>
          <p:nvPr/>
        </p:nvSpPr>
        <p:spPr>
          <a:xfrm>
            <a:off x="3389776" y="6274667"/>
            <a:ext cx="2386519" cy="26019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HOW TO LEARN</a:t>
            </a:r>
            <a:endParaRPr lang="LID4096" dirty="0">
              <a:solidFill>
                <a:sysClr val="windowText" lastClr="000000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FF1B948-E7D6-487B-8AEA-E14A518FFE48}"/>
              </a:ext>
            </a:extLst>
          </p:cNvPr>
          <p:cNvSpPr/>
          <p:nvPr/>
        </p:nvSpPr>
        <p:spPr>
          <a:xfrm>
            <a:off x="3381981" y="5547571"/>
            <a:ext cx="2386519" cy="2601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WILLINGNESS</a:t>
            </a:r>
            <a:endParaRPr lang="LID4096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847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Carlijn van der Vleuten</dc:creator>
  <cp:lastModifiedBy>Carlijn van der Vleuten</cp:lastModifiedBy>
  <cp:revision>2</cp:revision>
  <dcterms:created xsi:type="dcterms:W3CDTF">2024-09-10T11:19:55Z</dcterms:created>
  <dcterms:modified xsi:type="dcterms:W3CDTF">2024-09-12T19:24:10Z</dcterms:modified>
</cp:coreProperties>
</file>